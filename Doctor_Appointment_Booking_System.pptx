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1097280"/>
            <a:ext cx="3840480" cy="384048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640080"/>
            <a:ext cx="2926080" cy="2926080"/>
          </a:xfrm>
          <a:prstGeom prst="ellipse">
            <a:avLst/>
          </a:prstGeom>
          <a:solidFill>
            <a:srgbClr val="008F96">
              <a:alpha val="20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7B4FBE">
              <a:alpha val="25000"/>
            </a:srgbClr>
          </a:solidFill>
          <a:ln w="12700">
            <a:solidFill>
              <a:srgbClr val="7B4FBE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2606040"/>
            <a:ext cx="5029200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640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System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Healthcare Platform for Patients, Doctors &amp; Admins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MEMBERS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246120"/>
            <a:ext cx="2103120" cy="658368"/>
          </a:xfrm>
          <a:prstGeom prst="rect">
            <a:avLst/>
          </a:prstGeom>
          <a:solidFill>
            <a:srgbClr val="1A2E44"/>
          </a:solidFill>
          <a:ln w="9525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24612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Ketan Patil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88920" y="3246120"/>
            <a:ext cx="2103120" cy="658368"/>
          </a:xfrm>
          <a:prstGeom prst="rect">
            <a:avLst/>
          </a:prstGeom>
          <a:solidFill>
            <a:srgbClr val="1A2E44"/>
          </a:solidFill>
          <a:ln w="9525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88920" y="3246120"/>
            <a:ext cx="64008" cy="65836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33101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Abhishek Kale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•  Next.js  •  Feathers.js  •  MongoDB  •  JWT  •  Nodemailer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383280"/>
          </a:xfrm>
          <a:prstGeom prst="rect">
            <a:avLst/>
          </a:prstGeom>
          <a:solidFill>
            <a:srgbClr val="142236"/>
          </a:solidFill>
          <a:ln w="9525">
            <a:solidFill>
              <a:srgbClr val="00C2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20624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EasyAppointment is a full-stack web application that connects Patients, Doctors, and Admins on one platform.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search for doctors, view profiles, and book appointment slots online — no phone calls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manage their availability, confirm appointments, write prescriptions, and chat with patients.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approve doctor registrations, manage users, and view live analytics.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097280"/>
            <a:ext cx="1828800" cy="1463040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23444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32320" y="1097280"/>
            <a:ext cx="1828800" cy="1463040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234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71323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Collections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029200" y="2834640"/>
            <a:ext cx="1828800" cy="14630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9718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2920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502920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132320" y="2834640"/>
            <a:ext cx="1828800" cy="14630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9718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33375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713232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02336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16152"/>
            <a:ext cx="457200" cy="4572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21615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Registration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doctors to register with qualifications, specialization &amp; clinic location. Admin verifies before they can practice.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078992"/>
            <a:ext cx="402336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216152"/>
            <a:ext cx="457200" cy="45720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46320" y="1216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21615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1887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Access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73752" y="16459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search doctors by name, specialty or pincode, view profiles, and book available time slots instantly.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2953512"/>
            <a:ext cx="402336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3090672"/>
            <a:ext cx="457200" cy="45720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090672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5156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doctor accounts, suspends bad actors, and views complete platform analytics and appointment data.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09160" y="2953512"/>
            <a:ext cx="402336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46320" y="3090672"/>
            <a:ext cx="457200" cy="4572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8463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090672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4068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Features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873752" y="35204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notifications, prescriptions, messaging, health tracking, and reviews — all in one integrated system.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3931920" cy="475488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Challenges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618488"/>
            <a:ext cx="3931920" cy="594360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09928"/>
            <a:ext cx="256032" cy="256032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664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done only by phone calls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22576"/>
            <a:ext cx="393192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14016"/>
            <a:ext cx="256032" cy="256032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368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verify doctor qualifications online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26664"/>
            <a:ext cx="3931920" cy="594360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118104"/>
            <a:ext cx="256032" cy="256032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072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 scattered across paper files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30752"/>
            <a:ext cx="393192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22192"/>
            <a:ext cx="256032" cy="256032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cannot compare doctors before booking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1051560"/>
            <a:ext cx="3931920" cy="475488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05156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618488"/>
            <a:ext cx="3931920" cy="594360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709928"/>
            <a:ext cx="256032" cy="256032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16642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system to manage prescriptions &amp; records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2322576"/>
            <a:ext cx="393192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414016"/>
            <a:ext cx="256032" cy="256032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3248" y="23682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cannot efficiently track patient history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92040" y="3026664"/>
            <a:ext cx="3931920" cy="594360"/>
          </a:xfrm>
          <a:prstGeom prst="rect">
            <a:avLst/>
          </a:prstGeom>
          <a:solidFill>
            <a:srgbClr val="142236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118104"/>
            <a:ext cx="256032" cy="256032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13248" y="307238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slot availability for patients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730752"/>
            <a:ext cx="3931920" cy="594360"/>
          </a:xfrm>
          <a:prstGeom prst="rect">
            <a:avLst/>
          </a:prstGeom>
          <a:solidFill>
            <a:srgbClr val="1A2E44"/>
          </a:solidFill>
          <a:ln w="12700">
            <a:solidFill>
              <a:srgbClr val="1422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3822192"/>
            <a:ext cx="256032" cy="256032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13248" y="37764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patient data lacks proper security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IS IMPORTANT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2743200" cy="64008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43584"/>
            <a:ext cx="457200" cy="4572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271016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243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Healthcare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" y="179222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replaces phone calls, paper records, and manual scheduling — saving time for both doctors and patients.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07899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078992"/>
            <a:ext cx="2743200" cy="64008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243584"/>
            <a:ext cx="457200" cy="45720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271016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0" y="1243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Doctors Only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10712" y="179222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approval ensures only qualified, registered doctors are available on the platform — protecting patients.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07899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078992"/>
            <a:ext cx="2743200" cy="64008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55080" y="1243584"/>
            <a:ext cx="457200" cy="45720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271016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1243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Patient Choices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382512" y="179222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can compare doctors by specialty, ratings, location, and fee — and choose the best match.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274320" y="295351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274320" y="2953512"/>
            <a:ext cx="2743200" cy="640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11480" y="3118104"/>
            <a:ext cx="457200" cy="457200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145536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60120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38912" y="366674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Prescriptions, health data, and appointment history stored securely in one place — accessible anytime.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246120" y="295351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953512"/>
            <a:ext cx="2743200" cy="64008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3118104"/>
            <a:ext cx="457200" cy="4572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145536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31920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Private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410712" y="366674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authentication, bcrypt password hashing, and role-based access control protect all sensitive data.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6217920" y="2953512"/>
            <a:ext cx="2743200" cy="1664208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217920" y="2953512"/>
            <a:ext cx="2743200" cy="64008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55080" y="3118104"/>
            <a:ext cx="457200" cy="45720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145536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3118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382512" y="3666744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get live revenue reports, appointment trends, and doctor performance metrics from actual database data.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96596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1965960" cy="713232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12471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Registration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4048" y="1975104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qualifications &amp; clinic details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2633472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578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and approves account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4048" y="3291840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only after approval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4048" y="3950208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8953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profile, slots &amp; prescriptions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450592" y="1078992"/>
            <a:ext cx="196596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450592" y="1078992"/>
            <a:ext cx="1965960" cy="713232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2471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23744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Management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560320" y="1975104"/>
            <a:ext cx="182880" cy="18288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816352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daily availability slots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60320" y="2633472"/>
            <a:ext cx="182880" cy="18288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816352" y="2578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complete / reject appointments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60320" y="3291840"/>
            <a:ext cx="182880" cy="18288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816352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prescriptions after consultation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560320" y="3950208"/>
            <a:ext cx="182880" cy="182880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2816352" y="38953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patients directly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26864" y="1078992"/>
            <a:ext cx="196596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26864" y="1078992"/>
            <a:ext cx="1965960" cy="713232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124712"/>
            <a:ext cx="457200" cy="45720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700016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Features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736592" y="1975104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992624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specialty, city or pincode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736592" y="2633472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992624" y="2578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cancel, or reschedule slots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736592" y="3291840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992624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prescriptions &amp; health records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736592" y="3950208"/>
            <a:ext cx="182880" cy="18288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992624" y="38953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ratings and reviews for doctors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803136" y="1078992"/>
            <a:ext cx="196596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803136" y="1078992"/>
            <a:ext cx="1965960" cy="713232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1124712"/>
            <a:ext cx="457200" cy="4572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876288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Features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912864" y="1975104"/>
            <a:ext cx="182880" cy="18288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168896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suspend doctor accounts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912864" y="2633472"/>
            <a:ext cx="182880" cy="18288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168896" y="2578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 and appointments</a:t>
            </a:r>
            <a:endParaRPr lang="en-US" sz="1000" dirty="0"/>
          </a:p>
        </p:txBody>
      </p:sp>
      <p:sp>
        <p:nvSpPr>
          <p:cNvPr id="49" name="Shape 43"/>
          <p:cNvSpPr/>
          <p:nvPr/>
        </p:nvSpPr>
        <p:spPr>
          <a:xfrm>
            <a:off x="6912864" y="3291840"/>
            <a:ext cx="182880" cy="18288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7168896" y="3236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live analytics dashboard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6912864" y="3950208"/>
            <a:ext cx="182880" cy="182880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168896" y="38953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platform quality &amp; security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4320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43200" cy="658368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8872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23544" y="1216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Module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3192" y="1892808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 with secure authentication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3192" y="2231136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doctors by specialty, location or pincode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3192" y="2569464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doctor profile, ratings &amp; availability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3192" y="2907792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cancel, or reschedule appointments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93192" y="3246120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prescriptions from doctors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93192" y="3584448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personal health data (BMI, BP, etc.)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93192" y="3922776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3504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doctor directly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93192" y="4261104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reviews after completed appointments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27832" y="1078992"/>
            <a:ext cx="274320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27832" y="1078992"/>
            <a:ext cx="2743200" cy="658368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88720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895344" y="1216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Module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3364992" y="1892808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7530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set up professional profile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3364992" y="2231136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575304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qualifications, specialization &amp; clinic address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3364992" y="2569464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575304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delete time slots for availability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3364992" y="2907792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575304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complete, or reject appointments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3364992" y="3246120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575304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detailed prescriptions with medications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3364992" y="3584448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575304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history and appointment list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3364992" y="3922776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575304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patients for follow-up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3364992" y="4261104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575304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patient reviews &amp; ratings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199632" y="1078992"/>
            <a:ext cx="2743200" cy="3493008"/>
          </a:xfrm>
          <a:prstGeom prst="rect">
            <a:avLst/>
          </a:prstGeom>
          <a:solidFill>
            <a:srgbClr val="142236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6199632" y="1078992"/>
            <a:ext cx="2743200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188720"/>
            <a:ext cx="438912" cy="438912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867144" y="121615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6336792" y="189280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547104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new doctor registrations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6336792" y="223113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6547104" y="2167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or delete any user account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6336792" y="256946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547104" y="25054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appointments across the platform</a:t>
            </a:r>
            <a:endParaRPr lang="en-US" sz="950" dirty="0"/>
          </a:p>
        </p:txBody>
      </p:sp>
      <p:sp>
        <p:nvSpPr>
          <p:cNvPr id="55" name="Shape 50"/>
          <p:cNvSpPr/>
          <p:nvPr/>
        </p:nvSpPr>
        <p:spPr>
          <a:xfrm>
            <a:off x="6336792" y="290779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6547104" y="28437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live analytics dashboard</a:t>
            </a:r>
            <a:endParaRPr lang="en-US" sz="950" dirty="0"/>
          </a:p>
        </p:txBody>
      </p:sp>
      <p:sp>
        <p:nvSpPr>
          <p:cNvPr id="57" name="Shape 52"/>
          <p:cNvSpPr/>
          <p:nvPr/>
        </p:nvSpPr>
        <p:spPr>
          <a:xfrm>
            <a:off x="6336792" y="324612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547104" y="31821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 and completion rates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6336792" y="358444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6547104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doctors and patient accounts</a:t>
            </a:r>
            <a:endParaRPr lang="en-US" sz="950" dirty="0"/>
          </a:p>
        </p:txBody>
      </p:sp>
      <p:sp>
        <p:nvSpPr>
          <p:cNvPr id="61" name="Shape 56"/>
          <p:cNvSpPr/>
          <p:nvPr/>
        </p:nvSpPr>
        <p:spPr>
          <a:xfrm>
            <a:off x="6336792" y="392277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Text 57"/>
          <p:cNvSpPr/>
          <p:nvPr/>
        </p:nvSpPr>
        <p:spPr>
          <a:xfrm>
            <a:off x="6547104" y="3858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top-performing doctors</a:t>
            </a:r>
            <a:endParaRPr lang="en-US" sz="950" dirty="0"/>
          </a:p>
        </p:txBody>
      </p:sp>
      <p:sp>
        <p:nvSpPr>
          <p:cNvPr id="63" name="Shape 58"/>
          <p:cNvSpPr/>
          <p:nvPr/>
        </p:nvSpPr>
        <p:spPr>
          <a:xfrm>
            <a:off x="6336792" y="426110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4" name="Text 59"/>
          <p:cNvSpPr/>
          <p:nvPr/>
        </p:nvSpPr>
        <p:spPr>
          <a:xfrm>
            <a:off x="6547104" y="4197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system quality and security</a:t>
            </a:r>
            <a:endParaRPr lang="en-US" sz="950" dirty="0"/>
          </a:p>
        </p:txBody>
      </p:sp>
      <p:sp>
        <p:nvSpPr>
          <p:cNvPr id="65" name="Shape 6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66" name="Text 6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1965960" cy="54864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9184" y="1170432"/>
            <a:ext cx="1828800" cy="256032"/>
          </a:xfrm>
          <a:prstGeom prst="rect">
            <a:avLst/>
          </a:prstGeom>
          <a:solidFill>
            <a:srgbClr val="008F96">
              <a:alpha val="30000"/>
            </a:srgbClr>
          </a:solidFill>
          <a:ln w="12700">
            <a:solidFill>
              <a:srgbClr val="008F96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" y="18562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routing, fast rendering, and App Router — builds the entire patient, doctor &amp; admin UI.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32304" y="10789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078992"/>
            <a:ext cx="1965960" cy="54864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05456" y="1170432"/>
            <a:ext cx="1828800" cy="256032"/>
          </a:xfrm>
          <a:prstGeom prst="rect">
            <a:avLst/>
          </a:prstGeom>
          <a:solidFill>
            <a:srgbClr val="7B4FBE">
              <a:alpha val="30000"/>
            </a:srgbClr>
          </a:solidFill>
          <a:ln w="12700">
            <a:solidFill>
              <a:srgbClr val="7B4FBE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5456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505456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Feathers.js v5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05456" y="18562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Service-oriented API framework with built-in JWT auth, hooks pipeline, and Socket.IO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08576" y="10789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078992"/>
            <a:ext cx="196596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1728" y="1170432"/>
            <a:ext cx="1828800" cy="256032"/>
          </a:xfrm>
          <a:prstGeom prst="rect">
            <a:avLst/>
          </a:prstGeom>
          <a:solidFill>
            <a:srgbClr val="1A6B3A">
              <a:alpha val="30000"/>
            </a:srgbClr>
          </a:solidFill>
          <a:ln w="12700">
            <a:solidFill>
              <a:srgbClr val="1A6B3A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81728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81728" y="18562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document database — stores users, appointments, prescriptions &amp; health records flexibly.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0789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1078992"/>
            <a:ext cx="1965960" cy="54864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170432"/>
            <a:ext cx="1828800" cy="256032"/>
          </a:xfrm>
          <a:prstGeom prst="rect">
            <a:avLst/>
          </a:prstGeom>
          <a:solidFill>
            <a:srgbClr val="B7500A">
              <a:alpha val="30000"/>
            </a:srgbClr>
          </a:solidFill>
          <a:ln w="12700">
            <a:solidFill>
              <a:srgbClr val="B7500A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58000" y="14813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858000" y="18562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secure token-based authentication. Token expires in 1 day; verified on every API call.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6032" y="29077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2907792"/>
            <a:ext cx="1965960" cy="54864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2999232"/>
            <a:ext cx="1828800" cy="256032"/>
          </a:xfrm>
          <a:prstGeom prst="rect">
            <a:avLst/>
          </a:prstGeom>
          <a:solidFill>
            <a:srgbClr val="008F96">
              <a:alpha val="30000"/>
            </a:srgbClr>
          </a:solidFill>
          <a:ln w="12700">
            <a:solidFill>
              <a:srgbClr val="008F96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9184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29184" y="36850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HTML emails via Gmail SMTP — appointment confirmations and password reset links.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32304" y="29077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32304" y="2907792"/>
            <a:ext cx="1965960" cy="54864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05456" y="2999232"/>
            <a:ext cx="1828800" cy="256032"/>
          </a:xfrm>
          <a:prstGeom prst="rect">
            <a:avLst/>
          </a:prstGeom>
          <a:solidFill>
            <a:srgbClr val="7B4FBE">
              <a:alpha val="30000"/>
            </a:srgbClr>
          </a:solidFill>
          <a:ln w="12700">
            <a:solidFill>
              <a:srgbClr val="7B4FBE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05456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505456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2505456" y="36850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framework — rapid, consistent UI styling across all dashboards and pages.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08576" y="29077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2907792"/>
            <a:ext cx="1965960" cy="548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81728" y="2999232"/>
            <a:ext cx="1828800" cy="256032"/>
          </a:xfrm>
          <a:prstGeom prst="rect">
            <a:avLst/>
          </a:prstGeom>
          <a:solidFill>
            <a:srgbClr val="1A6B3A">
              <a:alpha val="30000"/>
            </a:srgbClr>
          </a:solidFill>
          <a:ln w="12700">
            <a:solidFill>
              <a:srgbClr val="1A6B3A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81728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681728" y="36850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integration — broadcasts live events (booking updates, messages) to connected clients.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784848" y="2907792"/>
            <a:ext cx="1965960" cy="1600200"/>
          </a:xfrm>
          <a:prstGeom prst="rect">
            <a:avLst/>
          </a:prstGeom>
          <a:solidFill>
            <a:srgbClr val="142236"/>
          </a:solidFill>
          <a:ln w="9525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84848" y="2907792"/>
            <a:ext cx="1965960" cy="54864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58000" y="2999232"/>
            <a:ext cx="1828800" cy="256032"/>
          </a:xfrm>
          <a:prstGeom prst="rect">
            <a:avLst/>
          </a:prstGeom>
          <a:solidFill>
            <a:srgbClr val="B7500A">
              <a:alpha val="30000"/>
            </a:srgbClr>
          </a:solidFill>
          <a:ln w="12700">
            <a:solidFill>
              <a:srgbClr val="B7500A">
                <a:alpha val="5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2999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58000" y="33101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858000" y="368503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type safety to both frontend and backend — catches bugs at compile time, improves reliability.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" y="1097280"/>
            <a:ext cx="914400" cy="9144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88720"/>
            <a:ext cx="731520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97280" y="10515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508760" y="1554480"/>
            <a:ext cx="521208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1965960" y="146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2542032"/>
            <a:ext cx="1508760" cy="1508760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2633472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or Doctor creates account. JWT token issued on login.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359152" y="1097280"/>
            <a:ext cx="914400" cy="9144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592" y="1188720"/>
            <a:ext cx="731520" cy="7315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862072" y="10515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862072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273552" y="1554480"/>
            <a:ext cx="521208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3730752" y="146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084832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Doctor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084832" y="2542032"/>
            <a:ext cx="1508760" cy="1508760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148840" y="2633472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searches by specialty, city or pincode. Filters applied client-side.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123944" y="1097280"/>
            <a:ext cx="914400" cy="9144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188720"/>
            <a:ext cx="731520" cy="7315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626864" y="10515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626864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038344" y="1554480"/>
            <a:ext cx="521208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dash"/>
          </a:ln>
        </p:spPr>
      </p:sp>
      <p:sp>
        <p:nvSpPr>
          <p:cNvPr id="28" name="Text 23"/>
          <p:cNvSpPr/>
          <p:nvPr/>
        </p:nvSpPr>
        <p:spPr>
          <a:xfrm>
            <a:off x="5495544" y="146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3849624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849624" y="2542032"/>
            <a:ext cx="1508760" cy="1508760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913632" y="2633472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selects a slot. Slot locked instantly. Email confirmation sent.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888736" y="1097280"/>
            <a:ext cx="914400" cy="9144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1188720"/>
            <a:ext cx="731520" cy="73152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391656" y="10515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91656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803136" y="1554480"/>
            <a:ext cx="521208" cy="0"/>
          </a:xfrm>
          <a:prstGeom prst="line">
            <a:avLst/>
          </a:prstGeom>
          <a:noFill/>
          <a:ln w="19050">
            <a:solidFill>
              <a:srgbClr val="00C2CB"/>
            </a:solidFill>
            <a:prstDash val="dash"/>
          </a:ln>
        </p:spPr>
      </p:sp>
      <p:sp>
        <p:nvSpPr>
          <p:cNvPr id="37" name="Text 31"/>
          <p:cNvSpPr/>
          <p:nvPr/>
        </p:nvSpPr>
        <p:spPr>
          <a:xfrm>
            <a:off x="7260336" y="1463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2CB"/>
                </a:solidFill>
              </a:rPr>
              <a:t>▶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5614416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Manages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5614416" y="2542032"/>
            <a:ext cx="1508760" cy="1508760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678424" y="2633472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confirms the booking, completes consultation, writes prescription.</a:t>
            </a:r>
            <a:endParaRPr lang="en-US" sz="950" dirty="0"/>
          </a:p>
        </p:txBody>
      </p:sp>
      <p:sp>
        <p:nvSpPr>
          <p:cNvPr id="41" name="Shape 35"/>
          <p:cNvSpPr/>
          <p:nvPr/>
        </p:nvSpPr>
        <p:spPr>
          <a:xfrm>
            <a:off x="7653528" y="1097280"/>
            <a:ext cx="914400" cy="914400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C2CB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1188720"/>
            <a:ext cx="731520" cy="731520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8156448" y="1051560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8156448" y="1051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Text 38"/>
          <p:cNvSpPr/>
          <p:nvPr/>
        </p:nvSpPr>
        <p:spPr>
          <a:xfrm>
            <a:off x="7379208" y="21214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Verifies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379208" y="2542032"/>
            <a:ext cx="1508760" cy="1508760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443216" y="2633472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approves new doctors, monitors activity, views analytics.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920240" cy="45720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10 Collections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27632"/>
            <a:ext cx="1234440" cy="512064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2763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72768" y="16276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_id, name, email, password (hashed), role, status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09160" y="162763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7B4F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627632"/>
            <a:ext cx="1234440" cy="512064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2763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07608" y="162763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specialization, clinicAddress, hourlyRate, profileImage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74320" y="222199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B750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221992"/>
            <a:ext cx="1234440" cy="512064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2219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72768" y="22219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doctorId, date, startTime, endTime, isBooked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709160" y="222199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1A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221992"/>
            <a:ext cx="1234440" cy="5120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22199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07608" y="22219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slotId, doctorId, patientId, status, date, consultationFee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274320" y="281635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16352"/>
            <a:ext cx="1234440" cy="512064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816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572768" y="28163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doctorId, patientId, diagnosis, medications[], validUntil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709160" y="281635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7B4F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816352"/>
            <a:ext cx="1234440" cy="512064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81635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07608" y="28163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senderId, receiverId, text, read, createdAt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74320" y="341071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B750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410712"/>
            <a:ext cx="1234440" cy="512064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4107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572768" y="34107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patientId, doctorId, appointmentId, rating (1-5), text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709160" y="341071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1A6B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410712"/>
            <a:ext cx="1234440" cy="51206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41071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healthdata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007608" y="34107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weight, height, bloodPressure, heartRate, bmi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274320" y="400507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008F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005072"/>
            <a:ext cx="1234440" cy="512064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00507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572768" y="400507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bloodGroup, allergies, medicalHistory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709160" y="4005072"/>
            <a:ext cx="4114800" cy="512064"/>
          </a:xfrm>
          <a:prstGeom prst="rect">
            <a:avLst/>
          </a:prstGeom>
          <a:solidFill>
            <a:srgbClr val="142236"/>
          </a:solidFill>
          <a:ln w="6350">
            <a:solidFill>
              <a:srgbClr val="7B4FB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4005072"/>
            <a:ext cx="1234440" cy="512064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005072"/>
            <a:ext cx="1234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passwordresets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007608" y="400507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token (SHA-256 hash), expiresAt (15 min)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FEATURES IMPLEMENTED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14800" cy="1627632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14800" cy="502920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3385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152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" y="1691640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6276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via Nodemailer + Gmail SMTP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912" y="1956816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8928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 email on appointment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" y="2221992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579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email when doctor confirms slot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8912" y="2487168"/>
            <a:ext cx="128016" cy="128016"/>
          </a:xfrm>
          <a:prstGeom prst="ellipse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4231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 link via secure token email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709160" y="1078992"/>
            <a:ext cx="4114800" cy="1627632"/>
          </a:xfrm>
          <a:prstGeom prst="rect">
            <a:avLst/>
          </a:prstGeom>
          <a:solidFill>
            <a:srgbClr val="142236"/>
          </a:solidFill>
          <a:ln w="9525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709160" y="1078992"/>
            <a:ext cx="4114800" cy="502920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133856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03520" y="1152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Verification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73752" y="1691640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4920" y="16276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start as 'pending' after registration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873752" y="1956816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74920" y="18928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manually approves before doctor can log in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73752" y="2221992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74920" y="21579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 suspend or delete any user account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873752" y="2487168"/>
            <a:ext cx="128016" cy="128016"/>
          </a:xfrm>
          <a:prstGeom prst="ellipse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74920" y="24231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blocks login with clear error message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274320" y="2907792"/>
            <a:ext cx="4114800" cy="1627632"/>
          </a:xfrm>
          <a:prstGeom prst="rect">
            <a:avLst/>
          </a:prstGeom>
          <a:solidFill>
            <a:srgbClr val="142236"/>
          </a:solidFill>
          <a:ln w="9525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4320" y="2907792"/>
            <a:ext cx="4114800" cy="502920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962656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68680" y="2980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438912" y="3520440"/>
            <a:ext cx="128016" cy="128016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" y="34564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revenue from completed appointments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38912" y="3785616"/>
            <a:ext cx="128016" cy="128016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0080" y="3721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trend chart — last 6 months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38912" y="4050792"/>
            <a:ext cx="128016" cy="128016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40080" y="39867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breakdown: completed, cancelled, pending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38912" y="4315968"/>
            <a:ext cx="128016" cy="128016"/>
          </a:xfrm>
          <a:prstGeom prst="ellipse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40080" y="4251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doctors ranked by appointments &amp; revenue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4709160" y="2907792"/>
            <a:ext cx="4114800" cy="1627632"/>
          </a:xfrm>
          <a:prstGeom prst="rect">
            <a:avLst/>
          </a:prstGeom>
          <a:solidFill>
            <a:srgbClr val="142236"/>
          </a:solidFill>
          <a:ln w="9525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4709160" y="2907792"/>
            <a:ext cx="411480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962656"/>
            <a:ext cx="384048" cy="38404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5303520" y="29809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4873752" y="3520440"/>
            <a:ext cx="128016" cy="12801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074920" y="345643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before storage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4873752" y="3785616"/>
            <a:ext cx="128016" cy="12801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074920" y="3721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field stripped from all API responses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4873752" y="4050792"/>
            <a:ext cx="128016" cy="12801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074920" y="39867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reset: raw token in email, hash in DB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4873752" y="4315968"/>
            <a:ext cx="128016" cy="128016"/>
          </a:xfrm>
          <a:prstGeom prst="ellipse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074920" y="425196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data isolation — users see only their own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5303520" cy="3456432"/>
          </a:xfrm>
          <a:prstGeom prst="rect">
            <a:avLst/>
          </a:prstGeom>
          <a:solidFill>
            <a:srgbClr val="142236"/>
          </a:solidFill>
          <a:ln w="9525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5303520" cy="64008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18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production-ready doctor appointment platform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98424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938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fully functional dashboards: Patient, Doctor, Admin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585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authentication with role-based access control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62432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5786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slot booking with automatic slot locking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4436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898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for bookings and password resets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6440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186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powered entirely by live database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58444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38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MongoDB collections — no mock or fake data anywhere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904488"/>
            <a:ext cx="164592" cy="164592"/>
          </a:xfrm>
          <a:prstGeom prst="ellipse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858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throughout — both frontend and backend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078992"/>
            <a:ext cx="2880360" cy="749808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0" y="111556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58000" y="12618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0" y="1947672"/>
            <a:ext cx="2880360" cy="749808"/>
          </a:xfrm>
          <a:prstGeom prst="rect">
            <a:avLst/>
          </a:prstGeom>
          <a:solidFill>
            <a:srgbClr val="7B4FBE"/>
          </a:solidFill>
          <a:ln w="12700">
            <a:solidFill>
              <a:srgbClr val="7B4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0" y="198424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858000" y="21305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Collections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0" y="2816352"/>
            <a:ext cx="2880360" cy="749808"/>
          </a:xfrm>
          <a:prstGeom prst="rect">
            <a:avLst/>
          </a:prstGeom>
          <a:solidFill>
            <a:srgbClr val="B7500A"/>
          </a:solidFill>
          <a:ln w="12700">
            <a:solidFill>
              <a:srgbClr val="B750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943600" y="285292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58000" y="29992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943600" y="3685032"/>
            <a:ext cx="2880360" cy="74980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3721608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858000" y="3867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Features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029200" cy="502920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3840480" cy="3840480"/>
          </a:xfrm>
          <a:prstGeom prst="ellipse">
            <a:avLst/>
          </a:prstGeom>
          <a:solidFill>
            <a:srgbClr val="008F96">
              <a:alpha val="20000"/>
            </a:srgbClr>
          </a:solidFill>
          <a:ln w="12700">
            <a:solidFill>
              <a:srgbClr val="00C2C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011680"/>
            <a:ext cx="3840480" cy="3840480"/>
          </a:xfrm>
          <a:prstGeom prst="ellipse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377440"/>
            <a:ext cx="2926080" cy="2926080"/>
          </a:xfrm>
          <a:prstGeom prst="ellipse">
            <a:avLst/>
          </a:prstGeom>
          <a:solidFill>
            <a:srgbClr val="7B4FBE">
              <a:alpha val="20000"/>
            </a:srgbClr>
          </a:solidFill>
          <a:ln w="12700">
            <a:solidFill>
              <a:srgbClr val="7B4FB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08F96">
              <a:alpha val="15000"/>
            </a:srgbClr>
          </a:solidFill>
          <a:ln w="12700">
            <a:solidFill>
              <a:srgbClr val="00C2CB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3822192"/>
            <a:ext cx="9144000" cy="74980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822192"/>
            <a:ext cx="9144000" cy="45720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3867912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Ketan Patil  &amp;  Abhishek Kale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31596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Appointment Booking System  •  Full-Stack Web Application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Feathers.js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78040" y="3246120"/>
            <a:ext cx="1097280" cy="365760"/>
          </a:xfrm>
          <a:prstGeom prst="rect">
            <a:avLst/>
          </a:prstGeom>
          <a:solidFill>
            <a:srgbClr val="008F96">
              <a:alpha val="40000"/>
            </a:srgbClr>
          </a:solidFill>
          <a:ln w="12700">
            <a:solidFill>
              <a:srgbClr val="00C2CB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08F96"/>
          </a:solidFill>
          <a:ln w="12700">
            <a:solidFill>
              <a:srgbClr val="008F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Doctor Appointment Booking System</dc:title>
  <dc:subject>PptxGenJS Presentation</dc:subject>
  <dc:creator>EasyAppointment Team</dc:creator>
  <cp:lastModifiedBy>EasyAppointment Team</cp:lastModifiedBy>
  <cp:revision>1</cp:revision>
  <dcterms:created xsi:type="dcterms:W3CDTF">2026-03-15T16:44:37Z</dcterms:created>
  <dcterms:modified xsi:type="dcterms:W3CDTF">2026-03-15T16:44:37Z</dcterms:modified>
</cp:coreProperties>
</file>